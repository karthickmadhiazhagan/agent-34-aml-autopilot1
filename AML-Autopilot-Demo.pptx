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645920"/>
            <a:ext cx="5029200" cy="5029200"/>
          </a:xfrm>
          <a:prstGeom prst="ellipse">
            <a:avLst/>
          </a:prstGeom>
          <a:solidFill>
            <a:srgbClr val="0284C7">
              <a:alpha val="10000"/>
            </a:srgbClr>
          </a:solidFill>
          <a:ln w="12700">
            <a:solidFill>
              <a:srgbClr val="0284C7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097280"/>
            <a:ext cx="2926080" cy="2926080"/>
          </a:xfrm>
          <a:prstGeom prst="ellipse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FINTECH · COMPLIANCE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Autopilot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Suspicious Activity Detection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Automated SAR Narrative Generation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913632"/>
            <a:ext cx="822960" cy="3657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69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Karthick  ·  Demo Presentation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Confidential · For Demo Purposes Only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434840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4348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4008"/>
            <a:ext cx="3977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Business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4023360" cy="9326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6128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923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Time-Consuming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1197864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preparation takes 8–40 hours per case. Compliance teams are overwhelmed.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" y="1901952"/>
            <a:ext cx="4023360" cy="9326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2194560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/ Seeded Alerts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" y="2231136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alerts don't reflect real transaction patterns — analysts miss genuine threats.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2935224"/>
            <a:ext cx="4023360" cy="9326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3227832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AI Costs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6656" y="3264408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all accounts to AI for screening is prohibitively expensive at scale.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3968496"/>
            <a:ext cx="4023360" cy="9326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4261104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6656" y="4297680"/>
            <a:ext cx="3456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rule sets create alert fatigue; investigators lose confidence in the system.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0"/>
            <a:ext cx="4709160" cy="7132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0"/>
            <a:ext cx="47091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64008"/>
            <a:ext cx="4343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Solution &amp; Features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636008" y="868680"/>
            <a:ext cx="4279392" cy="932688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36008" y="868680"/>
            <a:ext cx="64008" cy="9326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1161288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57216" y="923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 – Zero AI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57216" y="119786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AlertDetectionService uses pure SQL rules. No tokens spent on detection — AI fires only when a human approves investigation.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36008" y="1901952"/>
            <a:ext cx="4279392" cy="932688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36008" y="1901952"/>
            <a:ext cx="64008" cy="9326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219456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57216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Scanning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57216" y="22311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last_detected_at per account. Only accounts with new transactions are scanned — handles 100K+ accounts efficiently.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36008" y="2935224"/>
            <a:ext cx="4279392" cy="932688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36008" y="2935224"/>
            <a:ext cx="64008" cy="9326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3227832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57216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Automated Detection Rules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57216" y="326440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HIGH_FREQUENCY · LARGE_AMOUNT · UNUSUAL_GEOGRAPHY · DORMANT_ACTIVITY — mapped to FinCEN &amp; FATF typologies.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36008" y="3968496"/>
            <a:ext cx="4279392" cy="932688"/>
          </a:xfrm>
          <a:prstGeom prst="rect">
            <a:avLst/>
          </a:prstGeom>
          <a:solidFill>
            <a:srgbClr val="F8FC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36008" y="3968496"/>
            <a:ext cx="64008" cy="9326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168" y="4261104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57216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AI Investigation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57216" y="429768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(Claude/Gemini) generates SAR narrative only after a human reviews the alert — preventing hallucinated filings.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AML detection → investigation → SAR filing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1572768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1572768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133856"/>
            <a:ext cx="493776" cy="49377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33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1115568" cy="3474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21671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" y="25603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55 accounts seeded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" y="296265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28 AML typologies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" y="33649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27 clean profiles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" y="3767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300+ transactions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2670048"/>
            <a:ext cx="128016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1024128"/>
            <a:ext cx="1572768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74520" y="1024128"/>
            <a:ext cx="157276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4016" y="1133856"/>
            <a:ext cx="493776" cy="49377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4016" y="1133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103120" y="1737360"/>
            <a:ext cx="1115568" cy="3474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65960" y="21671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984248" y="25603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AlertDetectionJob runs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84248" y="296265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Pure SQL rules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84248" y="33649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Incremental scan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84248" y="3767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 AI cost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56432" y="2670048"/>
            <a:ext cx="128016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47872" y="1024128"/>
            <a:ext cx="1572768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47872" y="1024128"/>
            <a:ext cx="15727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87368" y="1133856"/>
            <a:ext cx="493776" cy="4937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87368" y="1133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776472" y="1737360"/>
            <a:ext cx="1115568" cy="3474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REVIEW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39312" y="21671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Review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657600" y="25603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Dashboard alert list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296265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Severity &amp; rule shown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33649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Account + txn detail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0" y="3767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Human decides next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29784" y="2670048"/>
            <a:ext cx="128016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21224" y="1024128"/>
            <a:ext cx="1572768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1224" y="1024128"/>
            <a:ext cx="15727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1133856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1133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449824" y="1737360"/>
            <a:ext cx="1115568" cy="3474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49824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12664" y="21671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330952" y="25603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Evidence collection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30952" y="296265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Pattern analysis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30952" y="33649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 flag mapping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30952" y="3767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SAR narrative draft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03136" y="2670048"/>
            <a:ext cx="128016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4576" y="1024128"/>
            <a:ext cx="1572768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94576" y="1024128"/>
            <a:ext cx="157276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34072" y="1133856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34072" y="1133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123176" y="1737360"/>
            <a:ext cx="1115568" cy="34747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23176" y="17373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✓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986016" y="21671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Approval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004304" y="25603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QA validation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04304" y="296265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review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004304" y="33649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Narrative approved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04304" y="3767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PDF SAR exported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runs automatically every hour via Sidekiq · AI only activates when a human clicks Investigate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7315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453128" y="713232"/>
            <a:ext cx="0" cy="4224528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749808"/>
            <a:ext cx="4114800" cy="1298448"/>
          </a:xfrm>
          <a:prstGeom prst="rect">
            <a:avLst/>
          </a:prstGeom>
          <a:solidFill>
            <a:srgbClr val="EBF8FF"/>
          </a:solidFill>
          <a:ln w="12700">
            <a:solidFill>
              <a:srgbClr val="BAE0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49808"/>
            <a:ext cx="64008" cy="12984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95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" y="106070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AlertDetectionService (pure SQL – zero AI cost)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" y="129387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rules: HIGH_FREQUENCY · LARGE_AMOUNT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" y="152704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UNUSUAL_GEOGRAPHY · DORMANT_ACTIVITY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" y="176022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Incremental scan via last_detected_at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" y="1993392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Sidekiq job · runs hourly · alert_detection queue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167128"/>
            <a:ext cx="4114800" cy="129844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167128"/>
            <a:ext cx="6400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LAYER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" y="247802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Human-gated: AI only fires after manual review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" y="271119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Evidence → Pattern Analysis → Red Flag Mapping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" y="294436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SAR Narrative (Claude / Gemini) → QA Validation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" y="317754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Multi-stage approval: narrative → SAR → export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3584448"/>
            <a:ext cx="4114800" cy="1298448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584448"/>
            <a:ext cx="64008" cy="12984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" y="389534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PostgreSQL: Customers · Accounts · Transactions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" y="4128516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Alerts · Investigations (full audit trail)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" y="4361688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55 accounts seeded (28 AML + 27 clean profiles)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" y="459486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16 alert typologies · 300+ transactions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749808"/>
            <a:ext cx="2029968" cy="1764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749808"/>
            <a:ext cx="202996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88696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4663440" y="16459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tokens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193852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alert detection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749808"/>
            <a:ext cx="2029968" cy="1764792"/>
          </a:xfrm>
          <a:prstGeom prst="rect">
            <a:avLst/>
          </a:prstGeom>
          <a:solidFill>
            <a:srgbClr val="EFF9FF"/>
          </a:solidFill>
          <a:ln w="12700">
            <a:solidFill>
              <a:srgbClr val="BAE0F5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749808"/>
            <a:ext cx="2029968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886968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37" name="Text 35"/>
          <p:cNvSpPr/>
          <p:nvPr/>
        </p:nvSpPr>
        <p:spPr>
          <a:xfrm>
            <a:off x="6903720" y="164592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193852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major AML typologies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688336"/>
            <a:ext cx="2029968" cy="17647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688336"/>
            <a:ext cx="20299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825496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4663440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387705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(28 AML · 27 clean)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03720" y="2688336"/>
            <a:ext cx="2029968" cy="1764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03720" y="2688336"/>
            <a:ext cx="20299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2825496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800" dirty="0"/>
          </a:p>
        </p:txBody>
      </p:sp>
      <p:sp>
        <p:nvSpPr>
          <p:cNvPr id="47" name="Text 45"/>
          <p:cNvSpPr/>
          <p:nvPr/>
        </p:nvSpPr>
        <p:spPr>
          <a:xfrm>
            <a:off x="6903720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95160" y="387705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across FinCEN typologies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Autopilot  ·  Built with Ruby on Rails · PostgreSQL · Sidekiq · Claude AI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Autopilot – Demo</dc:title>
  <dc:subject>PptxGenJS Presentation</dc:subject>
  <dc:creator>Karthick</dc:creator>
  <cp:lastModifiedBy>Karthick</cp:lastModifiedBy>
  <cp:revision>1</cp:revision>
  <dcterms:created xsi:type="dcterms:W3CDTF">2026-04-12T09:45:40Z</dcterms:created>
  <dcterms:modified xsi:type="dcterms:W3CDTF">2026-04-12T09:45:40Z</dcterms:modified>
</cp:coreProperties>
</file>